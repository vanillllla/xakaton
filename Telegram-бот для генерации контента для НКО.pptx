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8" autoAdjust="0"/>
    <p:restoredTop sz="94660"/>
  </p:normalViewPr>
  <p:slideViewPr>
    <p:cSldViewPr snapToGrid="0">
      <p:cViewPr varScale="1">
        <p:scale>
          <a:sx n="61" d="100"/>
          <a:sy n="61" d="100"/>
        </p:scale>
        <p:origin x="1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16.11.2025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16.11.2025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8984" y="-142781"/>
            <a:ext cx="6253317" cy="3686015"/>
          </a:xfrm>
        </p:spPr>
        <p:txBody>
          <a:bodyPr rtlCol="0">
            <a:normAutofit/>
          </a:bodyPr>
          <a:lstStyle/>
          <a:p>
            <a:r>
              <a:rPr lang="ru-RU" sz="4800" dirty="0"/>
              <a:t>Telegram-бот для генерации контента для НКО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8983" y="3890861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</a:t>
            </a:r>
            <a:r>
              <a:rPr lang="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оманда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УЛИТКИ НА СЫРЕ</a:t>
            </a:r>
            <a:endParaRPr lang="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9E1DC6-5DA6-B34D-4904-E2773F9D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8" y="5123842"/>
            <a:ext cx="1537252" cy="17341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D8044F-F4F5-E8C3-F148-55254A66F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4064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C1611-6085-0CE5-81B3-5192B925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контента отнимает силы и время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26DF05-181E-B42D-E5EE-FDC9A7F40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114" y="781621"/>
            <a:ext cx="5928344" cy="52947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2800" dirty="0"/>
              <a:t>НКО нужно регулярно рассказывать о своей работе в соцсетях.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800" dirty="0"/>
              <a:t>Волонтеры и сотрудники не являются профессиональными SMM-специалистами.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800" dirty="0"/>
              <a:t>Посты должны привлекать других людей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472769-1393-B115-2C91-5687E4DA1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5BF160-7616-9A0F-000F-CC93C11F9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D0FAC8F-653F-479B-B209-9F30C9091843}" type="datetime1">
              <a:rPr lang="ru-RU" smtClean="0"/>
              <a:t>16.11.2025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A34CF8-0D11-DF3A-83D2-B1141FEEF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8" y="5123842"/>
            <a:ext cx="1537252" cy="173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54474-FD39-6A09-BB5D-B2A983DB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6E01A-9400-3F0E-3008-C30811D2E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84" y="605119"/>
            <a:ext cx="5928344" cy="5701552"/>
          </a:xfrm>
        </p:spPr>
        <p:txBody>
          <a:bodyPr>
            <a:normAutofit fontScale="85000" lnSpcReduction="20000"/>
          </a:bodyPr>
          <a:lstStyle/>
          <a:p>
            <a:pPr marL="457200" lvl="1" indent="-45720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r>
              <a:rPr lang="ru-RU" sz="2800" dirty="0"/>
              <a:t>🔥 Разовый запрос: Мгновенное создание поста по вашему описанию.</a:t>
            </a:r>
          </a:p>
          <a:p>
            <a:pPr marL="91440" lvl="1" indent="-9144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r>
              <a:rPr lang="ru-RU" sz="2800" dirty="0"/>
              <a:t>❓ Запрос с уточнениями: Бот проведет диалог, задавая наводящие вопросы, чтобы глубже понять задачу и создать идеальный пост.</a:t>
            </a:r>
          </a:p>
          <a:p>
            <a:pPr marL="91440" lvl="1" indent="-9144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r>
              <a:rPr lang="ru-RU" sz="2800" dirty="0"/>
              <a:t>🏞️ Генерация изображений: Создание уникальных иллюстраций по текстовому описанию.</a:t>
            </a:r>
          </a:p>
          <a:p>
            <a:pPr marL="91440" lvl="1" indent="-9144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r>
              <a:rPr lang="ru-RU" sz="2800" dirty="0"/>
              <a:t>📅 Генерация контент-плана: Планирование публикаций на неделю или месяц с учетом целей и аудитории.</a:t>
            </a:r>
          </a:p>
          <a:p>
            <a:pPr marL="91440" lvl="1" indent="-9144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r>
              <a:rPr lang="ru-RU" sz="2800" dirty="0"/>
              <a:t>🛠️ Настройки генерации</a:t>
            </a:r>
          </a:p>
          <a:p>
            <a:pPr marL="91440" lvl="1" indent="-91440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endParaRPr lang="ru-RU" sz="2800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0CAD43-CF3D-D312-2D87-CEE4E59CC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AF3812-4C3E-87E9-3CD2-1ED38F2B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D0FAC8F-653F-479B-B209-9F30C9091843}" type="datetime1">
              <a:rPr lang="ru-RU" smtClean="0"/>
              <a:t>16.11.2025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C9F71A-39B7-EB76-71E9-2E8F20FD4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8" y="5123842"/>
            <a:ext cx="1537252" cy="173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7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D2C76-5DE8-1458-F7C3-BDF1E435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возможности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0FE109-D115-497F-3170-F5421DDFA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400" dirty="0"/>
              <a:t>✏️ Улучшение текста: Исправление ошибок, улучшение стиля.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400" dirty="0"/>
              <a:t>🔄 Написание текста другими словами.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400" dirty="0"/>
              <a:t>✂️ Сокращение текста.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400" dirty="0"/>
              <a:t>🧩 Упрощение текста для лучшего понимания читателями</a:t>
            </a:r>
            <a:r>
              <a:rPr lang="en-US" sz="2400" dirty="0"/>
              <a:t>.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400" b="0" i="0" dirty="0">
                <a:solidFill>
                  <a:srgbClr val="B8C5C9"/>
                </a:solidFill>
                <a:effectLst/>
                <a:latin typeface="ui-sans-serif"/>
              </a:rPr>
              <a:t>🚨</a:t>
            </a:r>
            <a:r>
              <a:rPr lang="ru-RU" sz="2400" dirty="0"/>
              <a:t> Исправление ошибок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6CCC3C-DCB9-BCEC-36C2-8D294ABA9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2D3739-3E35-6C61-1335-FE140390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D0FAC8F-653F-479B-B209-9F30C9091843}" type="datetime1">
              <a:rPr lang="ru-RU" smtClean="0"/>
              <a:t>16.11.2025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BD7BA1-4A6E-D6FA-FE07-0AC442B0D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8" y="5123842"/>
            <a:ext cx="1537252" cy="173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7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B41305-935D-8FBE-0BC8-D26BA79E8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8" y="5123842"/>
            <a:ext cx="1537252" cy="173415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731A5-7F57-7B60-F002-F4D9D972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Сохранение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C0E6E-F139-AF8C-34D6-0D14D829C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В бота можно внести информацию о НКО, например место, количество участников и т. п.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 Данные о НКО сохраняются на централизованном </a:t>
            </a:r>
            <a:r>
              <a:rPr lang="en-US" sz="2400" dirty="0"/>
              <a:t>SQL </a:t>
            </a:r>
            <a:r>
              <a:rPr lang="ru-RU" sz="2400" dirty="0"/>
              <a:t>сервере, однако есть возможность упрощения системы сохранения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Сохраняются данные настроек пользователей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Есть возможность включения системы регистрации и авторизации</a:t>
            </a:r>
          </a:p>
          <a:p>
            <a:pPr>
              <a:buFont typeface="Wingdings" panose="05000000000000000000" pitchFamily="2" charset="2"/>
              <a:buChar char="v"/>
            </a:pPr>
            <a:endParaRPr lang="ru-RU" sz="2400" dirty="0"/>
          </a:p>
          <a:p>
            <a:pPr>
              <a:buFont typeface="Wingdings" panose="05000000000000000000" pitchFamily="2" charset="2"/>
              <a:buChar char="v"/>
            </a:pPr>
            <a:endParaRPr lang="ru-RU" sz="2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A8ACB9-93B3-02C9-AF6D-7FF059AF5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663451-D172-9AEA-9C03-D6D45621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D0FAC8F-653F-479B-B209-9F30C9091843}" type="datetime1">
              <a:rPr lang="ru-RU" smtClean="0"/>
              <a:t>16.11.2025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48B54-64A8-B009-3C18-8EB675B4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8" y="5123842"/>
            <a:ext cx="1537252" cy="173415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3E9D6-79CE-247C-9B3B-41527DA3F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Бюджет и 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BFEE9C-816D-DCB3-F930-F997D4C6C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Выгодная оплата: Оплата по факту использования, а не за месячную подписку. Это значительно дешевле для организаций с невысокой нагрузкой.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Модель "Помоги другому": Благодаря архитектуре с несколькими организациями, более крупная НКО может взять на себя оплату использования бота для своих партнеров или подопечных меньших НКО.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Модульность системы, наша программа легко поддаётся </a:t>
            </a:r>
          </a:p>
          <a:p>
            <a:pPr>
              <a:buFont typeface="Wingdings" panose="05000000000000000000" pitchFamily="2" charset="2"/>
              <a:buChar char="v"/>
            </a:pPr>
            <a:endParaRPr lang="ru-RU" sz="2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50F7C3-DF15-734F-07D3-20F12AE06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D3E7EC-354E-ECBE-1085-C8748630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D0FAC8F-653F-479B-B209-9F30C9091843}" type="datetime1">
              <a:rPr lang="ru-RU" smtClean="0"/>
              <a:t>16.11.2025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39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E2DC33-D58D-2FB4-2B08-3CD5DBF10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748" y="5123842"/>
            <a:ext cx="1537252" cy="173415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3AA15A-4B7C-44BF-C92A-6D5F5088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AD3BD3-F538-9042-3E72-860B8B0D2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983" y="812799"/>
            <a:ext cx="6018081" cy="579643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Выбор используемых нейросетей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Поддержка обучения нейросети на запросах других пользователей той же организации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Возможность чтения файлов системой, и генерации на их основе (</a:t>
            </a:r>
            <a:r>
              <a:rPr lang="en-US" sz="2400" dirty="0"/>
              <a:t>txt, docx, </a:t>
            </a:r>
            <a:r>
              <a:rPr lang="en-US" sz="2400" dirty="0" err="1"/>
              <a:t>png</a:t>
            </a:r>
            <a:r>
              <a:rPr lang="ru-RU" sz="2400" dirty="0"/>
              <a:t>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Поддержка ввода данных с помощью голосового ввода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Упрощение развёртывания системы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Улучшенное администрирование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400" dirty="0"/>
              <a:t>Связь всех возможностей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</a:pPr>
            <a:endParaRPr lang="ru-RU" sz="2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8CEABC-895F-7A9F-7332-E0A4B2FD9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B51131-7685-202E-A3A8-880E0E60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D0FAC8F-653F-479B-B209-9F30C9091843}" type="datetime1">
              <a:rPr lang="ru-RU" smtClean="0"/>
              <a:t>16.11.2025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137844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{F2096FE9-2597-4257-8434-CC439BABBEFB}tf56160789_win32</Template>
  <TotalTime>145</TotalTime>
  <Words>301</Words>
  <Application>Microsoft Office PowerPoint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Bookman Old Style</vt:lpstr>
      <vt:lpstr>Calibri</vt:lpstr>
      <vt:lpstr>Franklin Gothic Book</vt:lpstr>
      <vt:lpstr>ui-sans-serif</vt:lpstr>
      <vt:lpstr>Wingdings</vt:lpstr>
      <vt:lpstr>Пользовательские</vt:lpstr>
      <vt:lpstr>Telegram-бот для генерации контента для НКО</vt:lpstr>
      <vt:lpstr>Создание контента отнимает силы и время</vt:lpstr>
      <vt:lpstr>Основные возможности</vt:lpstr>
      <vt:lpstr>Основные возможности</vt:lpstr>
      <vt:lpstr>Сохранение данных</vt:lpstr>
      <vt:lpstr>Бюджет и преимущества</vt:lpstr>
      <vt:lpstr>Развитие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Маврицкий</dc:creator>
  <cp:lastModifiedBy>Иван Маврицкий</cp:lastModifiedBy>
  <cp:revision>3</cp:revision>
  <dcterms:created xsi:type="dcterms:W3CDTF">2025-11-16T15:39:33Z</dcterms:created>
  <dcterms:modified xsi:type="dcterms:W3CDTF">2025-11-16T18:04:34Z</dcterms:modified>
</cp:coreProperties>
</file>